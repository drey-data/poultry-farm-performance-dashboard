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opade Dare" userId="327d9110995a6dea" providerId="LiveId" clId="{BA38246E-33F3-47A9-9A45-C0F255B9B44B}"/>
    <pc:docChg chg="undo custSel addSld delSld modSld sldOrd">
      <pc:chgData name="Olopade Dare" userId="327d9110995a6dea" providerId="LiveId" clId="{BA38246E-33F3-47A9-9A45-C0F255B9B44B}" dt="2025-12-28T18:13:00.202" v="808" actId="14100"/>
      <pc:docMkLst>
        <pc:docMk/>
      </pc:docMkLst>
      <pc:sldChg chg="modSp mod">
        <pc:chgData name="Olopade Dare" userId="327d9110995a6dea" providerId="LiveId" clId="{BA38246E-33F3-47A9-9A45-C0F255B9B44B}" dt="2025-12-28T18:12:00.719" v="777" actId="1076"/>
        <pc:sldMkLst>
          <pc:docMk/>
          <pc:sldMk cId="2602771590" sldId="256"/>
        </pc:sldMkLst>
        <pc:graphicFrameChg chg="mod modGraphic">
          <ac:chgData name="Olopade Dare" userId="327d9110995a6dea" providerId="LiveId" clId="{BA38246E-33F3-47A9-9A45-C0F255B9B44B}" dt="2025-12-28T18:11:51.936" v="775" actId="14100"/>
          <ac:graphicFrameMkLst>
            <pc:docMk/>
            <pc:sldMk cId="2602771590" sldId="256"/>
            <ac:graphicFrameMk id="10" creationId="{F1A4F131-861B-1144-58D1-C3F4D53D2966}"/>
          </ac:graphicFrameMkLst>
        </pc:graphicFrameChg>
        <pc:picChg chg="mod ord">
          <ac:chgData name="Olopade Dare" userId="327d9110995a6dea" providerId="LiveId" clId="{BA38246E-33F3-47A9-9A45-C0F255B9B44B}" dt="2025-12-28T18:12:00.719" v="777" actId="1076"/>
          <ac:picMkLst>
            <pc:docMk/>
            <pc:sldMk cId="2602771590" sldId="256"/>
            <ac:picMk id="8" creationId="{B0EEFDF5-C27C-2216-198A-F4A7CEFDEC4F}"/>
          </ac:picMkLst>
        </pc:picChg>
      </pc:sldChg>
      <pc:sldChg chg="addSp delSp modSp mod">
        <pc:chgData name="Olopade Dare" userId="327d9110995a6dea" providerId="LiveId" clId="{BA38246E-33F3-47A9-9A45-C0F255B9B44B}" dt="2025-12-28T02:50:09.496" v="127" actId="1076"/>
        <pc:sldMkLst>
          <pc:docMk/>
          <pc:sldMk cId="1606876461" sldId="259"/>
        </pc:sldMkLst>
        <pc:spChg chg="del">
          <ac:chgData name="Olopade Dare" userId="327d9110995a6dea" providerId="LiveId" clId="{BA38246E-33F3-47A9-9A45-C0F255B9B44B}" dt="2025-12-28T02:26:05.648" v="0" actId="478"/>
          <ac:spMkLst>
            <pc:docMk/>
            <pc:sldMk cId="1606876461" sldId="259"/>
            <ac:spMk id="6" creationId="{9095FEEC-727A-3E3B-7EDC-AEE989000FB1}"/>
          </ac:spMkLst>
        </pc:spChg>
        <pc:picChg chg="add mod">
          <ac:chgData name="Olopade Dare" userId="327d9110995a6dea" providerId="LiveId" clId="{BA38246E-33F3-47A9-9A45-C0F255B9B44B}" dt="2025-12-28T02:48:28.667" v="111" actId="14100"/>
          <ac:picMkLst>
            <pc:docMk/>
            <pc:sldMk cId="1606876461" sldId="259"/>
            <ac:picMk id="4" creationId="{040EA3EF-46F1-B783-7FB4-3234709CEBBB}"/>
          </ac:picMkLst>
        </pc:picChg>
        <pc:picChg chg="add mod">
          <ac:chgData name="Olopade Dare" userId="327d9110995a6dea" providerId="LiveId" clId="{BA38246E-33F3-47A9-9A45-C0F255B9B44B}" dt="2025-12-28T02:50:04.317" v="126" actId="1076"/>
          <ac:picMkLst>
            <pc:docMk/>
            <pc:sldMk cId="1606876461" sldId="259"/>
            <ac:picMk id="7" creationId="{0B9494A1-9A28-4070-4713-BB47ED62F7D0}"/>
          </ac:picMkLst>
        </pc:picChg>
        <pc:picChg chg="add del mod">
          <ac:chgData name="Olopade Dare" userId="327d9110995a6dea" providerId="LiveId" clId="{BA38246E-33F3-47A9-9A45-C0F255B9B44B}" dt="2025-12-28T02:37:59.584" v="70" actId="478"/>
          <ac:picMkLst>
            <pc:docMk/>
            <pc:sldMk cId="1606876461" sldId="259"/>
            <ac:picMk id="9" creationId="{72898D64-71BF-E87E-B380-9F8587A025B4}"/>
          </ac:picMkLst>
        </pc:picChg>
        <pc:picChg chg="add del mod">
          <ac:chgData name="Olopade Dare" userId="327d9110995a6dea" providerId="LiveId" clId="{BA38246E-33F3-47A9-9A45-C0F255B9B44B}" dt="2025-12-28T02:41:16.996" v="75" actId="478"/>
          <ac:picMkLst>
            <pc:docMk/>
            <pc:sldMk cId="1606876461" sldId="259"/>
            <ac:picMk id="11" creationId="{4AFE9823-718C-27BA-4DE1-3B925DD0F727}"/>
          </ac:picMkLst>
        </pc:picChg>
        <pc:picChg chg="add del mod">
          <ac:chgData name="Olopade Dare" userId="327d9110995a6dea" providerId="LiveId" clId="{BA38246E-33F3-47A9-9A45-C0F255B9B44B}" dt="2025-12-28T02:41:24.715" v="77" actId="478"/>
          <ac:picMkLst>
            <pc:docMk/>
            <pc:sldMk cId="1606876461" sldId="259"/>
            <ac:picMk id="13" creationId="{16CBBE50-185B-4C2A-416E-C029943D6DC1}"/>
          </ac:picMkLst>
        </pc:picChg>
        <pc:picChg chg="add del mod">
          <ac:chgData name="Olopade Dare" userId="327d9110995a6dea" providerId="LiveId" clId="{BA38246E-33F3-47A9-9A45-C0F255B9B44B}" dt="2025-12-28T02:41:21.485" v="76" actId="478"/>
          <ac:picMkLst>
            <pc:docMk/>
            <pc:sldMk cId="1606876461" sldId="259"/>
            <ac:picMk id="15" creationId="{85057360-2B82-34E0-A17D-F5CA88E19C54}"/>
          </ac:picMkLst>
        </pc:picChg>
        <pc:picChg chg="add del mod">
          <ac:chgData name="Olopade Dare" userId="327d9110995a6dea" providerId="LiveId" clId="{BA38246E-33F3-47A9-9A45-C0F255B9B44B}" dt="2025-12-28T02:32:41.208" v="16" actId="478"/>
          <ac:picMkLst>
            <pc:docMk/>
            <pc:sldMk cId="1606876461" sldId="259"/>
            <ac:picMk id="17" creationId="{802C2FEF-BB55-1426-546A-BC82510A77C4}"/>
          </ac:picMkLst>
        </pc:picChg>
        <pc:picChg chg="add mod">
          <ac:chgData name="Olopade Dare" userId="327d9110995a6dea" providerId="LiveId" clId="{BA38246E-33F3-47A9-9A45-C0F255B9B44B}" dt="2025-12-28T02:50:09.496" v="127" actId="1076"/>
          <ac:picMkLst>
            <pc:docMk/>
            <pc:sldMk cId="1606876461" sldId="259"/>
            <ac:picMk id="19" creationId="{7F645915-C3BE-8B49-A643-7880C144C06C}"/>
          </ac:picMkLst>
        </pc:picChg>
        <pc:picChg chg="add del mod">
          <ac:chgData name="Olopade Dare" userId="327d9110995a6dea" providerId="LiveId" clId="{BA38246E-33F3-47A9-9A45-C0F255B9B44B}" dt="2025-12-28T02:47:04.903" v="99" actId="21"/>
          <ac:picMkLst>
            <pc:docMk/>
            <pc:sldMk cId="1606876461" sldId="259"/>
            <ac:picMk id="21" creationId="{52868EA0-E51F-F79B-6F3D-98F13E6B5656}"/>
          </ac:picMkLst>
        </pc:picChg>
        <pc:picChg chg="add mod">
          <ac:chgData name="Olopade Dare" userId="327d9110995a6dea" providerId="LiveId" clId="{BA38246E-33F3-47A9-9A45-C0F255B9B44B}" dt="2025-12-28T02:50:00.033" v="125" actId="1076"/>
          <ac:picMkLst>
            <pc:docMk/>
            <pc:sldMk cId="1606876461" sldId="259"/>
            <ac:picMk id="23" creationId="{F2D4E897-4D3D-79AB-2F3D-48D1979DD1F7}"/>
          </ac:picMkLst>
        </pc:picChg>
        <pc:picChg chg="add del mod">
          <ac:chgData name="Olopade Dare" userId="327d9110995a6dea" providerId="LiveId" clId="{BA38246E-33F3-47A9-9A45-C0F255B9B44B}" dt="2025-12-28T02:45:42.136" v="93" actId="478"/>
          <ac:picMkLst>
            <pc:docMk/>
            <pc:sldMk cId="1606876461" sldId="259"/>
            <ac:picMk id="25" creationId="{4C835F02-F1CD-FFD3-4603-3FEFCF6FE5F5}"/>
          </ac:picMkLst>
        </pc:picChg>
        <pc:picChg chg="add mod">
          <ac:chgData name="Olopade Dare" userId="327d9110995a6dea" providerId="LiveId" clId="{BA38246E-33F3-47A9-9A45-C0F255B9B44B}" dt="2025-12-28T02:49:52.998" v="123" actId="1076"/>
          <ac:picMkLst>
            <pc:docMk/>
            <pc:sldMk cId="1606876461" sldId="259"/>
            <ac:picMk id="27" creationId="{E4C992CC-B85F-E326-54A2-A83FB0C91076}"/>
          </ac:picMkLst>
        </pc:picChg>
      </pc:sldChg>
      <pc:sldChg chg="addSp delSp modSp add mod">
        <pc:chgData name="Olopade Dare" userId="327d9110995a6dea" providerId="LiveId" clId="{BA38246E-33F3-47A9-9A45-C0F255B9B44B}" dt="2025-12-28T02:47:33.092" v="104" actId="14100"/>
        <pc:sldMkLst>
          <pc:docMk/>
          <pc:sldMk cId="2981208823" sldId="260"/>
        </pc:sldMkLst>
        <pc:picChg chg="del">
          <ac:chgData name="Olopade Dare" userId="327d9110995a6dea" providerId="LiveId" clId="{BA38246E-33F3-47A9-9A45-C0F255B9B44B}" dt="2025-12-28T02:47:24.175" v="102" actId="478"/>
          <ac:picMkLst>
            <pc:docMk/>
            <pc:sldMk cId="2981208823" sldId="260"/>
            <ac:picMk id="4" creationId="{0209D154-0EF7-4967-03C2-743D7659F597}"/>
          </ac:picMkLst>
        </pc:picChg>
        <pc:picChg chg="del">
          <ac:chgData name="Olopade Dare" userId="327d9110995a6dea" providerId="LiveId" clId="{BA38246E-33F3-47A9-9A45-C0F255B9B44B}" dt="2025-12-28T02:47:24.175" v="102" actId="478"/>
          <ac:picMkLst>
            <pc:docMk/>
            <pc:sldMk cId="2981208823" sldId="260"/>
            <ac:picMk id="7" creationId="{C5BA918D-E7EC-10C0-707E-1D22FB80183B}"/>
          </ac:picMkLst>
        </pc:picChg>
        <pc:picChg chg="del">
          <ac:chgData name="Olopade Dare" userId="327d9110995a6dea" providerId="LiveId" clId="{BA38246E-33F3-47A9-9A45-C0F255B9B44B}" dt="2025-12-28T02:47:24.175" v="102" actId="478"/>
          <ac:picMkLst>
            <pc:docMk/>
            <pc:sldMk cId="2981208823" sldId="260"/>
            <ac:picMk id="19" creationId="{E3000255-4DB8-B9BA-DFC7-6093D36B5AD9}"/>
          </ac:picMkLst>
        </pc:picChg>
        <pc:picChg chg="add mod">
          <ac:chgData name="Olopade Dare" userId="327d9110995a6dea" providerId="LiveId" clId="{BA38246E-33F3-47A9-9A45-C0F255B9B44B}" dt="2025-12-28T02:47:33.092" v="104" actId="14100"/>
          <ac:picMkLst>
            <pc:docMk/>
            <pc:sldMk cId="2981208823" sldId="260"/>
            <ac:picMk id="21" creationId="{52868EA0-E51F-F79B-6F3D-98F13E6B5656}"/>
          </ac:picMkLst>
        </pc:picChg>
        <pc:picChg chg="del">
          <ac:chgData name="Olopade Dare" userId="327d9110995a6dea" providerId="LiveId" clId="{BA38246E-33F3-47A9-9A45-C0F255B9B44B}" dt="2025-12-28T02:47:24.175" v="102" actId="478"/>
          <ac:picMkLst>
            <pc:docMk/>
            <pc:sldMk cId="2981208823" sldId="260"/>
            <ac:picMk id="23" creationId="{898352A7-361F-4F3D-3991-95A36721DA41}"/>
          </ac:picMkLst>
        </pc:picChg>
        <pc:picChg chg="del">
          <ac:chgData name="Olopade Dare" userId="327d9110995a6dea" providerId="LiveId" clId="{BA38246E-33F3-47A9-9A45-C0F255B9B44B}" dt="2025-12-28T02:47:24.175" v="102" actId="478"/>
          <ac:picMkLst>
            <pc:docMk/>
            <pc:sldMk cId="2981208823" sldId="260"/>
            <ac:picMk id="27" creationId="{A246AF4C-9532-0D08-BC21-1E70716DAC1B}"/>
          </ac:picMkLst>
        </pc:picChg>
      </pc:sldChg>
      <pc:sldChg chg="addSp delSp modSp add mod">
        <pc:chgData name="Olopade Dare" userId="327d9110995a6dea" providerId="LiveId" clId="{BA38246E-33F3-47A9-9A45-C0F255B9B44B}" dt="2025-12-28T02:59:25.211" v="213" actId="1037"/>
        <pc:sldMkLst>
          <pc:docMk/>
          <pc:sldMk cId="1392052489" sldId="261"/>
        </pc:sldMkLst>
        <pc:spChg chg="mod">
          <ac:chgData name="Olopade Dare" userId="327d9110995a6dea" providerId="LiveId" clId="{BA38246E-33F3-47A9-9A45-C0F255B9B44B}" dt="2025-12-28T02:54:25.100" v="164" actId="20577"/>
          <ac:spMkLst>
            <pc:docMk/>
            <pc:sldMk cId="1392052489" sldId="261"/>
            <ac:spMk id="2" creationId="{57814BD0-1370-3752-CDF8-ED3950977DD3}"/>
          </ac:spMkLst>
        </pc:spChg>
        <pc:picChg chg="add mod">
          <ac:chgData name="Olopade Dare" userId="327d9110995a6dea" providerId="LiveId" clId="{BA38246E-33F3-47A9-9A45-C0F255B9B44B}" dt="2025-12-28T02:58:13.844" v="175" actId="14100"/>
          <ac:picMkLst>
            <pc:docMk/>
            <pc:sldMk cId="1392052489" sldId="261"/>
            <ac:picMk id="4" creationId="{105FB4A9-9ED9-F70F-E6FC-E6501D94C243}"/>
          </ac:picMkLst>
        </pc:picChg>
        <pc:picChg chg="add mod">
          <ac:chgData name="Olopade Dare" userId="327d9110995a6dea" providerId="LiveId" clId="{BA38246E-33F3-47A9-9A45-C0F255B9B44B}" dt="2025-12-28T02:58:44.595" v="182" actId="14100"/>
          <ac:picMkLst>
            <pc:docMk/>
            <pc:sldMk cId="1392052489" sldId="261"/>
            <ac:picMk id="6" creationId="{6CFF7E26-5DFC-1A0A-A5F8-5BC3E341030B}"/>
          </ac:picMkLst>
        </pc:picChg>
        <pc:picChg chg="add mod">
          <ac:chgData name="Olopade Dare" userId="327d9110995a6dea" providerId="LiveId" clId="{BA38246E-33F3-47A9-9A45-C0F255B9B44B}" dt="2025-12-28T02:58:32.803" v="179" actId="14100"/>
          <ac:picMkLst>
            <pc:docMk/>
            <pc:sldMk cId="1392052489" sldId="261"/>
            <ac:picMk id="8" creationId="{1C8D73C6-FC55-67B9-D6E7-65982DEE8BE3}"/>
          </ac:picMkLst>
        </pc:picChg>
        <pc:picChg chg="add mod">
          <ac:chgData name="Olopade Dare" userId="327d9110995a6dea" providerId="LiveId" clId="{BA38246E-33F3-47A9-9A45-C0F255B9B44B}" dt="2025-12-28T02:59:25.211" v="213" actId="1037"/>
          <ac:picMkLst>
            <pc:docMk/>
            <pc:sldMk cId="1392052489" sldId="261"/>
            <ac:picMk id="10" creationId="{81C5D65E-CCD6-6B52-8121-6D87E134AE6C}"/>
          </ac:picMkLst>
        </pc:picChg>
        <pc:picChg chg="add mod">
          <ac:chgData name="Olopade Dare" userId="327d9110995a6dea" providerId="LiveId" clId="{BA38246E-33F3-47A9-9A45-C0F255B9B44B}" dt="2025-12-28T02:59:25.211" v="213" actId="1037"/>
          <ac:picMkLst>
            <pc:docMk/>
            <pc:sldMk cId="1392052489" sldId="261"/>
            <ac:picMk id="12" creationId="{7526403C-8162-F5FC-4ED8-36A31C09DEB4}"/>
          </ac:picMkLst>
        </pc:picChg>
        <pc:picChg chg="del">
          <ac:chgData name="Olopade Dare" userId="327d9110995a6dea" providerId="LiveId" clId="{BA38246E-33F3-47A9-9A45-C0F255B9B44B}" dt="2025-12-28T02:53:51.823" v="132" actId="478"/>
          <ac:picMkLst>
            <pc:docMk/>
            <pc:sldMk cId="1392052489" sldId="261"/>
            <ac:picMk id="21" creationId="{7715FCEE-3275-4E88-E547-9AA31D1F872E}"/>
          </ac:picMkLst>
        </pc:picChg>
      </pc:sldChg>
      <pc:sldChg chg="delSp add del mod">
        <pc:chgData name="Olopade Dare" userId="327d9110995a6dea" providerId="LiveId" clId="{BA38246E-33F3-47A9-9A45-C0F255B9B44B}" dt="2025-12-28T02:51:29.707" v="130" actId="47"/>
        <pc:sldMkLst>
          <pc:docMk/>
          <pc:sldMk cId="2647021724" sldId="261"/>
        </pc:sldMkLst>
        <pc:picChg chg="del">
          <ac:chgData name="Olopade Dare" userId="327d9110995a6dea" providerId="LiveId" clId="{BA38246E-33F3-47A9-9A45-C0F255B9B44B}" dt="2025-12-28T02:51:20.553" v="129" actId="478"/>
          <ac:picMkLst>
            <pc:docMk/>
            <pc:sldMk cId="2647021724" sldId="261"/>
            <ac:picMk id="21" creationId="{34FC592C-E5FC-DA33-56C4-8C06503C0AD0}"/>
          </ac:picMkLst>
        </pc:picChg>
      </pc:sldChg>
      <pc:sldChg chg="new del">
        <pc:chgData name="Olopade Dare" userId="327d9110995a6dea" providerId="LiveId" clId="{BA38246E-33F3-47A9-9A45-C0F255B9B44B}" dt="2025-12-28T03:00:38.135" v="215" actId="47"/>
        <pc:sldMkLst>
          <pc:docMk/>
          <pc:sldMk cId="782830024" sldId="262"/>
        </pc:sldMkLst>
      </pc:sldChg>
      <pc:sldChg chg="addSp delSp modSp add mod">
        <pc:chgData name="Olopade Dare" userId="327d9110995a6dea" providerId="LiveId" clId="{BA38246E-33F3-47A9-9A45-C0F255B9B44B}" dt="2025-12-28T03:08:28.813" v="275" actId="1076"/>
        <pc:sldMkLst>
          <pc:docMk/>
          <pc:sldMk cId="1712467792" sldId="262"/>
        </pc:sldMkLst>
        <pc:spChg chg="mod">
          <ac:chgData name="Olopade Dare" userId="327d9110995a6dea" providerId="LiveId" clId="{BA38246E-33F3-47A9-9A45-C0F255B9B44B}" dt="2025-12-28T03:01:32.063" v="248" actId="20577"/>
          <ac:spMkLst>
            <pc:docMk/>
            <pc:sldMk cId="1712467792" sldId="262"/>
            <ac:spMk id="2" creationId="{08BF8495-24D2-57A5-233E-39DADB50ED25}"/>
          </ac:spMkLst>
        </pc:spChg>
        <pc:picChg chg="del">
          <ac:chgData name="Olopade Dare" userId="327d9110995a6dea" providerId="LiveId" clId="{BA38246E-33F3-47A9-9A45-C0F255B9B44B}" dt="2025-12-28T03:01:38.853" v="249" actId="478"/>
          <ac:picMkLst>
            <pc:docMk/>
            <pc:sldMk cId="1712467792" sldId="262"/>
            <ac:picMk id="4" creationId="{EADEF667-D0ED-FAF9-F896-485EA3FF74B1}"/>
          </ac:picMkLst>
        </pc:picChg>
        <pc:picChg chg="add mod">
          <ac:chgData name="Olopade Dare" userId="327d9110995a6dea" providerId="LiveId" clId="{BA38246E-33F3-47A9-9A45-C0F255B9B44B}" dt="2025-12-28T03:08:16.517" v="272" actId="14100"/>
          <ac:picMkLst>
            <pc:docMk/>
            <pc:sldMk cId="1712467792" sldId="262"/>
            <ac:picMk id="5" creationId="{A454E83A-9CAB-7501-C6F5-DBA685BED5D9}"/>
          </ac:picMkLst>
        </pc:picChg>
        <pc:picChg chg="del">
          <ac:chgData name="Olopade Dare" userId="327d9110995a6dea" providerId="LiveId" clId="{BA38246E-33F3-47A9-9A45-C0F255B9B44B}" dt="2025-12-28T03:01:38.853" v="249" actId="478"/>
          <ac:picMkLst>
            <pc:docMk/>
            <pc:sldMk cId="1712467792" sldId="262"/>
            <ac:picMk id="6" creationId="{0DA68838-09BB-8D02-0A26-1FA511ABFA6F}"/>
          </ac:picMkLst>
        </pc:picChg>
        <pc:picChg chg="del">
          <ac:chgData name="Olopade Dare" userId="327d9110995a6dea" providerId="LiveId" clId="{BA38246E-33F3-47A9-9A45-C0F255B9B44B}" dt="2025-12-28T03:01:38.853" v="249" actId="478"/>
          <ac:picMkLst>
            <pc:docMk/>
            <pc:sldMk cId="1712467792" sldId="262"/>
            <ac:picMk id="8" creationId="{B28C1B01-62E4-4262-B025-2764D009A300}"/>
          </ac:picMkLst>
        </pc:picChg>
        <pc:picChg chg="add mod">
          <ac:chgData name="Olopade Dare" userId="327d9110995a6dea" providerId="LiveId" clId="{BA38246E-33F3-47A9-9A45-C0F255B9B44B}" dt="2025-12-28T03:08:08.828" v="270" actId="14100"/>
          <ac:picMkLst>
            <pc:docMk/>
            <pc:sldMk cId="1712467792" sldId="262"/>
            <ac:picMk id="9" creationId="{BF5E9FB3-C477-27A1-0172-638751E9C9A6}"/>
          </ac:picMkLst>
        </pc:picChg>
        <pc:picChg chg="del">
          <ac:chgData name="Olopade Dare" userId="327d9110995a6dea" providerId="LiveId" clId="{BA38246E-33F3-47A9-9A45-C0F255B9B44B}" dt="2025-12-28T03:01:38.853" v="249" actId="478"/>
          <ac:picMkLst>
            <pc:docMk/>
            <pc:sldMk cId="1712467792" sldId="262"/>
            <ac:picMk id="10" creationId="{041582C4-4DB9-8C4D-B196-0B373CACAD51}"/>
          </ac:picMkLst>
        </pc:picChg>
        <pc:picChg chg="del">
          <ac:chgData name="Olopade Dare" userId="327d9110995a6dea" providerId="LiveId" clId="{BA38246E-33F3-47A9-9A45-C0F255B9B44B}" dt="2025-12-28T03:01:38.853" v="249" actId="478"/>
          <ac:picMkLst>
            <pc:docMk/>
            <pc:sldMk cId="1712467792" sldId="262"/>
            <ac:picMk id="12" creationId="{64E481C5-E24F-DF9B-0B89-4B14555AA306}"/>
          </ac:picMkLst>
        </pc:picChg>
        <pc:picChg chg="add mod">
          <ac:chgData name="Olopade Dare" userId="327d9110995a6dea" providerId="LiveId" clId="{BA38246E-33F3-47A9-9A45-C0F255B9B44B}" dt="2025-12-28T03:08:00.738" v="268" actId="14100"/>
          <ac:picMkLst>
            <pc:docMk/>
            <pc:sldMk cId="1712467792" sldId="262"/>
            <ac:picMk id="13" creationId="{2A61CEFB-97F4-B302-D45B-97ED468854D1}"/>
          </ac:picMkLst>
        </pc:picChg>
        <pc:picChg chg="add del mod">
          <ac:chgData name="Olopade Dare" userId="327d9110995a6dea" providerId="LiveId" clId="{BA38246E-33F3-47A9-9A45-C0F255B9B44B}" dt="2025-12-28T03:07:30.844" v="262" actId="478"/>
          <ac:picMkLst>
            <pc:docMk/>
            <pc:sldMk cId="1712467792" sldId="262"/>
            <ac:picMk id="15" creationId="{58BF3634-8767-D74C-9738-014F019EFE1F}"/>
          </ac:picMkLst>
        </pc:picChg>
        <pc:picChg chg="add mod">
          <ac:chgData name="Olopade Dare" userId="327d9110995a6dea" providerId="LiveId" clId="{BA38246E-33F3-47A9-9A45-C0F255B9B44B}" dt="2025-12-28T03:08:28.813" v="275" actId="1076"/>
          <ac:picMkLst>
            <pc:docMk/>
            <pc:sldMk cId="1712467792" sldId="262"/>
            <ac:picMk id="17" creationId="{78A7ABF5-69C2-0A14-96FC-1FCDBB6C2F71}"/>
          </ac:picMkLst>
        </pc:picChg>
        <pc:picChg chg="add del mod">
          <ac:chgData name="Olopade Dare" userId="327d9110995a6dea" providerId="LiveId" clId="{BA38246E-33F3-47A9-9A45-C0F255B9B44B}" dt="2025-12-28T03:07:30.844" v="262" actId="478"/>
          <ac:picMkLst>
            <pc:docMk/>
            <pc:sldMk cId="1712467792" sldId="262"/>
            <ac:picMk id="19" creationId="{4AADCE82-2EE9-0EF6-E38F-AEADF711B6D7}"/>
          </ac:picMkLst>
        </pc:picChg>
      </pc:sldChg>
      <pc:sldChg chg="delSp modSp add mod">
        <pc:chgData name="Olopade Dare" userId="327d9110995a6dea" providerId="LiveId" clId="{BA38246E-33F3-47A9-9A45-C0F255B9B44B}" dt="2025-12-28T03:08:44.947" v="279" actId="14100"/>
        <pc:sldMkLst>
          <pc:docMk/>
          <pc:sldMk cId="1351907236" sldId="263"/>
        </pc:sldMkLst>
        <pc:picChg chg="del">
          <ac:chgData name="Olopade Dare" userId="327d9110995a6dea" providerId="LiveId" clId="{BA38246E-33F3-47A9-9A45-C0F255B9B44B}" dt="2025-12-28T03:07:38.671" v="263" actId="478"/>
          <ac:picMkLst>
            <pc:docMk/>
            <pc:sldMk cId="1351907236" sldId="263"/>
            <ac:picMk id="5" creationId="{C79EEA94-BD3B-7618-9675-D37E596051A3}"/>
          </ac:picMkLst>
        </pc:picChg>
        <pc:picChg chg="del">
          <ac:chgData name="Olopade Dare" userId="327d9110995a6dea" providerId="LiveId" clId="{BA38246E-33F3-47A9-9A45-C0F255B9B44B}" dt="2025-12-28T03:07:38.671" v="263" actId="478"/>
          <ac:picMkLst>
            <pc:docMk/>
            <pc:sldMk cId="1351907236" sldId="263"/>
            <ac:picMk id="9" creationId="{5BD3CB17-FB80-BF03-B6C0-12FE3E9ADA21}"/>
          </ac:picMkLst>
        </pc:picChg>
        <pc:picChg chg="del">
          <ac:chgData name="Olopade Dare" userId="327d9110995a6dea" providerId="LiveId" clId="{BA38246E-33F3-47A9-9A45-C0F255B9B44B}" dt="2025-12-28T03:07:38.671" v="263" actId="478"/>
          <ac:picMkLst>
            <pc:docMk/>
            <pc:sldMk cId="1351907236" sldId="263"/>
            <ac:picMk id="13" creationId="{5931AD78-E26E-E7F2-6220-FA61AF60251F}"/>
          </ac:picMkLst>
        </pc:picChg>
        <pc:picChg chg="mod">
          <ac:chgData name="Olopade Dare" userId="327d9110995a6dea" providerId="LiveId" clId="{BA38246E-33F3-47A9-9A45-C0F255B9B44B}" dt="2025-12-28T03:08:38.832" v="277" actId="14100"/>
          <ac:picMkLst>
            <pc:docMk/>
            <pc:sldMk cId="1351907236" sldId="263"/>
            <ac:picMk id="15" creationId="{484464C3-6D1C-0C61-CF4F-2632FA4A3997}"/>
          </ac:picMkLst>
        </pc:picChg>
        <pc:picChg chg="del">
          <ac:chgData name="Olopade Dare" userId="327d9110995a6dea" providerId="LiveId" clId="{BA38246E-33F3-47A9-9A45-C0F255B9B44B}" dt="2025-12-28T03:07:38.671" v="263" actId="478"/>
          <ac:picMkLst>
            <pc:docMk/>
            <pc:sldMk cId="1351907236" sldId="263"/>
            <ac:picMk id="17" creationId="{079AAE23-45FC-1261-F38B-EDD8F0782DDA}"/>
          </ac:picMkLst>
        </pc:picChg>
        <pc:picChg chg="mod">
          <ac:chgData name="Olopade Dare" userId="327d9110995a6dea" providerId="LiveId" clId="{BA38246E-33F3-47A9-9A45-C0F255B9B44B}" dt="2025-12-28T03:08:44.947" v="279" actId="14100"/>
          <ac:picMkLst>
            <pc:docMk/>
            <pc:sldMk cId="1351907236" sldId="263"/>
            <ac:picMk id="19" creationId="{D3DA60C1-5B2C-93E4-E790-C5865AD36ED1}"/>
          </ac:picMkLst>
        </pc:picChg>
      </pc:sldChg>
      <pc:sldChg chg="addSp delSp modSp add mod">
        <pc:chgData name="Olopade Dare" userId="327d9110995a6dea" providerId="LiveId" clId="{BA38246E-33F3-47A9-9A45-C0F255B9B44B}" dt="2025-12-28T04:27:35.753" v="348" actId="1036"/>
        <pc:sldMkLst>
          <pc:docMk/>
          <pc:sldMk cId="2616112628" sldId="264"/>
        </pc:sldMkLst>
        <pc:spChg chg="mod">
          <ac:chgData name="Olopade Dare" userId="327d9110995a6dea" providerId="LiveId" clId="{BA38246E-33F3-47A9-9A45-C0F255B9B44B}" dt="2025-12-28T03:10:22.325" v="307" actId="313"/>
          <ac:spMkLst>
            <pc:docMk/>
            <pc:sldMk cId="2616112628" sldId="264"/>
            <ac:spMk id="2" creationId="{EC7E7A33-535D-B9DF-1DD0-36E9405F9415}"/>
          </ac:spMkLst>
        </pc:spChg>
        <pc:picChg chg="add mod">
          <ac:chgData name="Olopade Dare" userId="327d9110995a6dea" providerId="LiveId" clId="{BA38246E-33F3-47A9-9A45-C0F255B9B44B}" dt="2025-12-28T04:26:55.358" v="331" actId="1076"/>
          <ac:picMkLst>
            <pc:docMk/>
            <pc:sldMk cId="2616112628" sldId="264"/>
            <ac:picMk id="4" creationId="{AA4D2F09-1B8B-F92A-3D13-DA10ED6CAC8D}"/>
          </ac:picMkLst>
        </pc:picChg>
        <pc:picChg chg="add mod">
          <ac:chgData name="Olopade Dare" userId="327d9110995a6dea" providerId="LiveId" clId="{BA38246E-33F3-47A9-9A45-C0F255B9B44B}" dt="2025-12-28T04:26:11.253" v="322" actId="14100"/>
          <ac:picMkLst>
            <pc:docMk/>
            <pc:sldMk cId="2616112628" sldId="264"/>
            <ac:picMk id="6" creationId="{AD0ECC7A-CC15-6CE7-F5A0-2E860F903CFA}"/>
          </ac:picMkLst>
        </pc:picChg>
        <pc:picChg chg="add mod">
          <ac:chgData name="Olopade Dare" userId="327d9110995a6dea" providerId="LiveId" clId="{BA38246E-33F3-47A9-9A45-C0F255B9B44B}" dt="2025-12-28T04:27:35.753" v="348" actId="1036"/>
          <ac:picMkLst>
            <pc:docMk/>
            <pc:sldMk cId="2616112628" sldId="264"/>
            <ac:picMk id="8" creationId="{D00E1503-061F-ECC7-AB05-2DE625AB13BC}"/>
          </ac:picMkLst>
        </pc:picChg>
        <pc:picChg chg="add mod">
          <ac:chgData name="Olopade Dare" userId="327d9110995a6dea" providerId="LiveId" clId="{BA38246E-33F3-47A9-9A45-C0F255B9B44B}" dt="2025-12-28T04:27:35.753" v="348" actId="1036"/>
          <ac:picMkLst>
            <pc:docMk/>
            <pc:sldMk cId="2616112628" sldId="264"/>
            <ac:picMk id="10" creationId="{358521C8-30E9-33BB-C6B2-DE96AAB98201}"/>
          </ac:picMkLst>
        </pc:picChg>
        <pc:picChg chg="add del mod">
          <ac:chgData name="Olopade Dare" userId="327d9110995a6dea" providerId="LiveId" clId="{BA38246E-33F3-47A9-9A45-C0F255B9B44B}" dt="2025-12-28T04:25:21.151" v="315" actId="21"/>
          <ac:picMkLst>
            <pc:docMk/>
            <pc:sldMk cId="2616112628" sldId="264"/>
            <ac:picMk id="12" creationId="{AD6D103E-04DC-B1D2-FDA3-C4AF4700AF21}"/>
          </ac:picMkLst>
        </pc:picChg>
        <pc:picChg chg="add del mod">
          <ac:chgData name="Olopade Dare" userId="327d9110995a6dea" providerId="LiveId" clId="{BA38246E-33F3-47A9-9A45-C0F255B9B44B}" dt="2025-12-28T04:25:21.151" v="315" actId="21"/>
          <ac:picMkLst>
            <pc:docMk/>
            <pc:sldMk cId="2616112628" sldId="264"/>
            <ac:picMk id="14" creationId="{BEEF407B-8BB2-87C1-65BB-04D21198982C}"/>
          </ac:picMkLst>
        </pc:picChg>
        <pc:picChg chg="del">
          <ac:chgData name="Olopade Dare" userId="327d9110995a6dea" providerId="LiveId" clId="{BA38246E-33F3-47A9-9A45-C0F255B9B44B}" dt="2025-12-28T03:10:05.655" v="281" actId="478"/>
          <ac:picMkLst>
            <pc:docMk/>
            <pc:sldMk cId="2616112628" sldId="264"/>
            <ac:picMk id="15" creationId="{00335C0F-7717-CCEA-9F5C-0EE26A8517FC}"/>
          </ac:picMkLst>
        </pc:picChg>
        <pc:picChg chg="add del mod">
          <ac:chgData name="Olopade Dare" userId="327d9110995a6dea" providerId="LiveId" clId="{BA38246E-33F3-47A9-9A45-C0F255B9B44B}" dt="2025-12-28T04:25:21.151" v="315" actId="21"/>
          <ac:picMkLst>
            <pc:docMk/>
            <pc:sldMk cId="2616112628" sldId="264"/>
            <ac:picMk id="17" creationId="{811C12B0-87C7-F0F9-15C3-8964DFA06682}"/>
          </ac:picMkLst>
        </pc:picChg>
        <pc:picChg chg="del">
          <ac:chgData name="Olopade Dare" userId="327d9110995a6dea" providerId="LiveId" clId="{BA38246E-33F3-47A9-9A45-C0F255B9B44B}" dt="2025-12-28T03:10:05.655" v="281" actId="478"/>
          <ac:picMkLst>
            <pc:docMk/>
            <pc:sldMk cId="2616112628" sldId="264"/>
            <ac:picMk id="19" creationId="{C41D7E32-66B0-3AC5-B51E-0296DC958B34}"/>
          </ac:picMkLst>
        </pc:picChg>
      </pc:sldChg>
      <pc:sldChg chg="addSp delSp modSp add mod">
        <pc:chgData name="Olopade Dare" userId="327d9110995a6dea" providerId="LiveId" clId="{BA38246E-33F3-47A9-9A45-C0F255B9B44B}" dt="2025-12-28T04:27:58.226" v="356" actId="14100"/>
        <pc:sldMkLst>
          <pc:docMk/>
          <pc:sldMk cId="3007933551" sldId="265"/>
        </pc:sldMkLst>
        <pc:picChg chg="del">
          <ac:chgData name="Olopade Dare" userId="327d9110995a6dea" providerId="LiveId" clId="{BA38246E-33F3-47A9-9A45-C0F255B9B44B}" dt="2025-12-28T04:25:37.408" v="318" actId="478"/>
          <ac:picMkLst>
            <pc:docMk/>
            <pc:sldMk cId="3007933551" sldId="265"/>
            <ac:picMk id="4" creationId="{489314D2-1C4F-3713-6AEF-8A3EB36059E3}"/>
          </ac:picMkLst>
        </pc:picChg>
        <pc:picChg chg="del">
          <ac:chgData name="Olopade Dare" userId="327d9110995a6dea" providerId="LiveId" clId="{BA38246E-33F3-47A9-9A45-C0F255B9B44B}" dt="2025-12-28T04:25:37.408" v="318" actId="478"/>
          <ac:picMkLst>
            <pc:docMk/>
            <pc:sldMk cId="3007933551" sldId="265"/>
            <ac:picMk id="6" creationId="{5F9ED543-EE2D-5BAF-1B2A-0EBD2E87B3C0}"/>
          </ac:picMkLst>
        </pc:picChg>
        <pc:picChg chg="del">
          <ac:chgData name="Olopade Dare" userId="327d9110995a6dea" providerId="LiveId" clId="{BA38246E-33F3-47A9-9A45-C0F255B9B44B}" dt="2025-12-28T04:25:37.408" v="318" actId="478"/>
          <ac:picMkLst>
            <pc:docMk/>
            <pc:sldMk cId="3007933551" sldId="265"/>
            <ac:picMk id="8" creationId="{B11F23C8-22CA-F345-43B6-DAE083B89D15}"/>
          </ac:picMkLst>
        </pc:picChg>
        <pc:picChg chg="del">
          <ac:chgData name="Olopade Dare" userId="327d9110995a6dea" providerId="LiveId" clId="{BA38246E-33F3-47A9-9A45-C0F255B9B44B}" dt="2025-12-28T04:25:37.408" v="318" actId="478"/>
          <ac:picMkLst>
            <pc:docMk/>
            <pc:sldMk cId="3007933551" sldId="265"/>
            <ac:picMk id="10" creationId="{147DA3AA-B611-6A18-58E5-288BAA995E6C}"/>
          </ac:picMkLst>
        </pc:picChg>
        <pc:picChg chg="add mod">
          <ac:chgData name="Olopade Dare" userId="327d9110995a6dea" providerId="LiveId" clId="{BA38246E-33F3-47A9-9A45-C0F255B9B44B}" dt="2025-12-28T04:27:47.545" v="352" actId="14100"/>
          <ac:picMkLst>
            <pc:docMk/>
            <pc:sldMk cId="3007933551" sldId="265"/>
            <ac:picMk id="12" creationId="{AD6D103E-04DC-B1D2-FDA3-C4AF4700AF21}"/>
          </ac:picMkLst>
        </pc:picChg>
        <pc:picChg chg="add mod">
          <ac:chgData name="Olopade Dare" userId="327d9110995a6dea" providerId="LiveId" clId="{BA38246E-33F3-47A9-9A45-C0F255B9B44B}" dt="2025-12-28T04:27:53.076" v="354" actId="14100"/>
          <ac:picMkLst>
            <pc:docMk/>
            <pc:sldMk cId="3007933551" sldId="265"/>
            <ac:picMk id="14" creationId="{BEEF407B-8BB2-87C1-65BB-04D21198982C}"/>
          </ac:picMkLst>
        </pc:picChg>
        <pc:picChg chg="add mod">
          <ac:chgData name="Olopade Dare" userId="327d9110995a6dea" providerId="LiveId" clId="{BA38246E-33F3-47A9-9A45-C0F255B9B44B}" dt="2025-12-28T04:27:58.226" v="356" actId="14100"/>
          <ac:picMkLst>
            <pc:docMk/>
            <pc:sldMk cId="3007933551" sldId="265"/>
            <ac:picMk id="17" creationId="{811C12B0-87C7-F0F9-15C3-8964DFA06682}"/>
          </ac:picMkLst>
        </pc:picChg>
      </pc:sldChg>
      <pc:sldChg chg="addSp delSp modSp add mod ord">
        <pc:chgData name="Olopade Dare" userId="327d9110995a6dea" providerId="LiveId" clId="{BA38246E-33F3-47A9-9A45-C0F255B9B44B}" dt="2025-12-28T12:03:59.796" v="425" actId="14100"/>
        <pc:sldMkLst>
          <pc:docMk/>
          <pc:sldMk cId="2156531304" sldId="266"/>
        </pc:sldMkLst>
        <pc:spChg chg="mod">
          <ac:chgData name="Olopade Dare" userId="327d9110995a6dea" providerId="LiveId" clId="{BA38246E-33F3-47A9-9A45-C0F255B9B44B}" dt="2025-12-28T12:03:52.570" v="423" actId="27636"/>
          <ac:spMkLst>
            <pc:docMk/>
            <pc:sldMk cId="2156531304" sldId="266"/>
            <ac:spMk id="2" creationId="{E167F907-3CD5-FC3D-B86E-275941DF0EFC}"/>
          </ac:spMkLst>
        </pc:spChg>
        <pc:spChg chg="del">
          <ac:chgData name="Olopade Dare" userId="327d9110995a6dea" providerId="LiveId" clId="{BA38246E-33F3-47A9-9A45-C0F255B9B44B}" dt="2025-12-28T12:00:22.979" v="393" actId="478"/>
          <ac:spMkLst>
            <pc:docMk/>
            <pc:sldMk cId="2156531304" sldId="266"/>
            <ac:spMk id="3" creationId="{E9102B39-A620-E0D2-90DD-6CC352E2B04F}"/>
          </ac:spMkLst>
        </pc:spChg>
        <pc:spChg chg="add del mod">
          <ac:chgData name="Olopade Dare" userId="327d9110995a6dea" providerId="LiveId" clId="{BA38246E-33F3-47A9-9A45-C0F255B9B44B}" dt="2025-12-28T12:03:59.796" v="425" actId="14100"/>
          <ac:spMkLst>
            <pc:docMk/>
            <pc:sldMk cId="2156531304" sldId="266"/>
            <ac:spMk id="4" creationId="{6173D592-5655-A708-E174-983D27D22354}"/>
          </ac:spMkLst>
        </pc:spChg>
        <pc:spChg chg="add del mod">
          <ac:chgData name="Olopade Dare" userId="327d9110995a6dea" providerId="LiveId" clId="{BA38246E-33F3-47A9-9A45-C0F255B9B44B}" dt="2025-12-28T12:00:35.662" v="395" actId="478"/>
          <ac:spMkLst>
            <pc:docMk/>
            <pc:sldMk cId="2156531304" sldId="266"/>
            <ac:spMk id="6" creationId="{D44EDDF4-7C21-63BD-48B9-78A27450E8E2}"/>
          </ac:spMkLst>
        </pc:spChg>
        <pc:spChg chg="add">
          <ac:chgData name="Olopade Dare" userId="327d9110995a6dea" providerId="LiveId" clId="{BA38246E-33F3-47A9-9A45-C0F255B9B44B}" dt="2025-12-28T12:00:45.133" v="397"/>
          <ac:spMkLst>
            <pc:docMk/>
            <pc:sldMk cId="2156531304" sldId="266"/>
            <ac:spMk id="7" creationId="{14B16BE5-2C5C-3CD8-3BEC-C905A456BBB1}"/>
          </ac:spMkLst>
        </pc:spChg>
        <pc:spChg chg="add">
          <ac:chgData name="Olopade Dare" userId="327d9110995a6dea" providerId="LiveId" clId="{BA38246E-33F3-47A9-9A45-C0F255B9B44B}" dt="2025-12-28T12:00:56.819" v="399"/>
          <ac:spMkLst>
            <pc:docMk/>
            <pc:sldMk cId="2156531304" sldId="266"/>
            <ac:spMk id="8" creationId="{81AF9A99-6A2C-2EC7-146E-519499E27234}"/>
          </ac:spMkLst>
        </pc:spChg>
      </pc:sldChg>
      <pc:sldChg chg="modSp add mod">
        <pc:chgData name="Olopade Dare" userId="327d9110995a6dea" providerId="LiveId" clId="{BA38246E-33F3-47A9-9A45-C0F255B9B44B}" dt="2025-12-28T12:17:53.959" v="538" actId="255"/>
        <pc:sldMkLst>
          <pc:docMk/>
          <pc:sldMk cId="124184621" sldId="267"/>
        </pc:sldMkLst>
        <pc:spChg chg="mod">
          <ac:chgData name="Olopade Dare" userId="327d9110995a6dea" providerId="LiveId" clId="{BA38246E-33F3-47A9-9A45-C0F255B9B44B}" dt="2025-12-28T12:04:36.535" v="441" actId="20577"/>
          <ac:spMkLst>
            <pc:docMk/>
            <pc:sldMk cId="124184621" sldId="267"/>
            <ac:spMk id="2" creationId="{10C65A9F-27F5-5E01-EEA9-8B08689772B0}"/>
          </ac:spMkLst>
        </pc:spChg>
        <pc:spChg chg="mod">
          <ac:chgData name="Olopade Dare" userId="327d9110995a6dea" providerId="LiveId" clId="{BA38246E-33F3-47A9-9A45-C0F255B9B44B}" dt="2025-12-28T12:17:53.959" v="538" actId="255"/>
          <ac:spMkLst>
            <pc:docMk/>
            <pc:sldMk cId="124184621" sldId="267"/>
            <ac:spMk id="4" creationId="{2BA5DA23-13F9-3662-A7D1-F7FA8267E30E}"/>
          </ac:spMkLst>
        </pc:spChg>
      </pc:sldChg>
      <pc:sldChg chg="modSp add mod">
        <pc:chgData name="Olopade Dare" userId="327d9110995a6dea" providerId="LiveId" clId="{BA38246E-33F3-47A9-9A45-C0F255B9B44B}" dt="2025-12-28T12:40:05.575" v="586" actId="27636"/>
        <pc:sldMkLst>
          <pc:docMk/>
          <pc:sldMk cId="3370384971" sldId="268"/>
        </pc:sldMkLst>
        <pc:spChg chg="mod">
          <ac:chgData name="Olopade Dare" userId="327d9110995a6dea" providerId="LiveId" clId="{BA38246E-33F3-47A9-9A45-C0F255B9B44B}" dt="2025-12-28T12:40:05.575" v="586" actId="27636"/>
          <ac:spMkLst>
            <pc:docMk/>
            <pc:sldMk cId="3370384971" sldId="268"/>
            <ac:spMk id="2" creationId="{D1B86012-AF8E-3597-C5C3-45B3CE1D4BC3}"/>
          </ac:spMkLst>
        </pc:spChg>
        <pc:spChg chg="mod">
          <ac:chgData name="Olopade Dare" userId="327d9110995a6dea" providerId="LiveId" clId="{BA38246E-33F3-47A9-9A45-C0F255B9B44B}" dt="2025-12-28T12:39:58.147" v="581" actId="14100"/>
          <ac:spMkLst>
            <pc:docMk/>
            <pc:sldMk cId="3370384971" sldId="268"/>
            <ac:spMk id="4" creationId="{122A5E09-A638-8AE1-7493-27427077E20B}"/>
          </ac:spMkLst>
        </pc:spChg>
      </pc:sldChg>
      <pc:sldChg chg="modSp add mod">
        <pc:chgData name="Olopade Dare" userId="327d9110995a6dea" providerId="LiveId" clId="{BA38246E-33F3-47A9-9A45-C0F255B9B44B}" dt="2025-12-28T16:50:10.833" v="664" actId="113"/>
        <pc:sldMkLst>
          <pc:docMk/>
          <pc:sldMk cId="472923157" sldId="269"/>
        </pc:sldMkLst>
        <pc:spChg chg="mod">
          <ac:chgData name="Olopade Dare" userId="327d9110995a6dea" providerId="LiveId" clId="{BA38246E-33F3-47A9-9A45-C0F255B9B44B}" dt="2025-12-28T16:48:52.615" v="654" actId="20577"/>
          <ac:spMkLst>
            <pc:docMk/>
            <pc:sldMk cId="472923157" sldId="269"/>
            <ac:spMk id="2" creationId="{095CD31A-F2FA-5301-B33B-FD3E3DCE90D4}"/>
          </ac:spMkLst>
        </pc:spChg>
        <pc:spChg chg="mod">
          <ac:chgData name="Olopade Dare" userId="327d9110995a6dea" providerId="LiveId" clId="{BA38246E-33F3-47A9-9A45-C0F255B9B44B}" dt="2025-12-28T16:50:10.833" v="664" actId="113"/>
          <ac:spMkLst>
            <pc:docMk/>
            <pc:sldMk cId="472923157" sldId="269"/>
            <ac:spMk id="4" creationId="{EE81D08B-2C1A-75D9-47F0-70BF8716E9C1}"/>
          </ac:spMkLst>
        </pc:spChg>
      </pc:sldChg>
      <pc:sldChg chg="delSp modSp new mod">
        <pc:chgData name="Olopade Dare" userId="327d9110995a6dea" providerId="LiveId" clId="{BA38246E-33F3-47A9-9A45-C0F255B9B44B}" dt="2025-12-28T18:13:00.202" v="808" actId="14100"/>
        <pc:sldMkLst>
          <pc:docMk/>
          <pc:sldMk cId="4059843745" sldId="270"/>
        </pc:sldMkLst>
        <pc:spChg chg="mod">
          <ac:chgData name="Olopade Dare" userId="327d9110995a6dea" providerId="LiveId" clId="{BA38246E-33F3-47A9-9A45-C0F255B9B44B}" dt="2025-12-28T18:13:00.202" v="808" actId="14100"/>
          <ac:spMkLst>
            <pc:docMk/>
            <pc:sldMk cId="4059843745" sldId="270"/>
            <ac:spMk id="2" creationId="{7C0EFC96-1BC0-B9DC-5792-A2987806AF1B}"/>
          </ac:spMkLst>
        </pc:spChg>
        <pc:spChg chg="del">
          <ac:chgData name="Olopade Dare" userId="327d9110995a6dea" providerId="LiveId" clId="{BA38246E-33F3-47A9-9A45-C0F255B9B44B}" dt="2025-12-28T18:12:35.144" v="779" actId="478"/>
          <ac:spMkLst>
            <pc:docMk/>
            <pc:sldMk cId="4059843745" sldId="270"/>
            <ac:spMk id="3" creationId="{DBD6ABFC-44F5-7E0F-FAA1-8A2AFB96301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970C9-8FDC-4C70-9B48-BE21C16D4E4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FDA553-94A5-4810-B80B-579FB9897B2D}">
      <dgm:prSet custT="1"/>
      <dgm:spPr/>
      <dgm:t>
        <a:bodyPr/>
        <a:lstStyle/>
        <a:p>
          <a:pPr algn="r"/>
          <a:r>
            <a:rPr lang="en-US" sz="1400" dirty="0">
              <a:latin typeface="Aptos" panose="020B0004020202020204" pitchFamily="34" charset="0"/>
            </a:rPr>
            <a:t>Poultry Farm Performance</a:t>
          </a:r>
        </a:p>
        <a:p>
          <a:pPr algn="r"/>
          <a:r>
            <a:rPr lang="en-US" sz="1400" dirty="0">
              <a:latin typeface="Aptos" panose="020B0004020202020204" pitchFamily="34" charset="0"/>
            </a:rPr>
            <a:t>Dashboard </a:t>
          </a:r>
        </a:p>
      </dgm:t>
    </dgm:pt>
    <dgm:pt modelId="{A90C3E88-2C34-4035-8103-7630465E2BE0}" type="parTrans" cxnId="{444527A3-B752-44AC-9836-ED34D20CD0B8}">
      <dgm:prSet/>
      <dgm:spPr/>
      <dgm:t>
        <a:bodyPr/>
        <a:lstStyle/>
        <a:p>
          <a:endParaRPr lang="en-US"/>
        </a:p>
      </dgm:t>
    </dgm:pt>
    <dgm:pt modelId="{9E22CF2C-1B5B-43EA-8BC5-F2C4CE137E80}" type="sibTrans" cxnId="{444527A3-B752-44AC-9836-ED34D20CD0B8}">
      <dgm:prSet/>
      <dgm:spPr/>
      <dgm:t>
        <a:bodyPr/>
        <a:lstStyle/>
        <a:p>
          <a:endParaRPr lang="en-US"/>
        </a:p>
      </dgm:t>
    </dgm:pt>
    <dgm:pt modelId="{EC483ADF-5D39-40A8-AFFF-97B7DAA557E9}" type="pres">
      <dgm:prSet presAssocID="{002970C9-8FDC-4C70-9B48-BE21C16D4E4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D1B8649-361A-4E7D-A420-52CCC67783EA}" type="pres">
      <dgm:prSet presAssocID="{22FDA553-94A5-4810-B80B-579FB9897B2D}" presName="circle1" presStyleLbl="node1" presStyleIdx="0" presStyleCnt="1" custScaleX="107547"/>
      <dgm:spPr/>
    </dgm:pt>
    <dgm:pt modelId="{2663E553-D686-4643-BAC5-ADCA8ED35928}" type="pres">
      <dgm:prSet presAssocID="{22FDA553-94A5-4810-B80B-579FB9897B2D}" presName="space" presStyleCnt="0"/>
      <dgm:spPr/>
    </dgm:pt>
    <dgm:pt modelId="{7C3CBEF8-32C5-499E-8D78-EC8C80ADDF1D}" type="pres">
      <dgm:prSet presAssocID="{22FDA553-94A5-4810-B80B-579FB9897B2D}" presName="rect1" presStyleLbl="alignAcc1" presStyleIdx="0" presStyleCnt="1" custScaleX="100000" custLinFactNeighborX="-1679" custLinFactNeighborY="-1961"/>
      <dgm:spPr/>
    </dgm:pt>
    <dgm:pt modelId="{743AD4AD-5038-482E-8ADC-A2D3894906D2}" type="pres">
      <dgm:prSet presAssocID="{22FDA553-94A5-4810-B80B-579FB9897B2D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444527A3-B752-44AC-9836-ED34D20CD0B8}" srcId="{002970C9-8FDC-4C70-9B48-BE21C16D4E47}" destId="{22FDA553-94A5-4810-B80B-579FB9897B2D}" srcOrd="0" destOrd="0" parTransId="{A90C3E88-2C34-4035-8103-7630465E2BE0}" sibTransId="{9E22CF2C-1B5B-43EA-8BC5-F2C4CE137E80}"/>
    <dgm:cxn modelId="{791F66D0-BBB4-4D60-86C1-83628B75FAD2}" type="presOf" srcId="{22FDA553-94A5-4810-B80B-579FB9897B2D}" destId="{7C3CBEF8-32C5-499E-8D78-EC8C80ADDF1D}" srcOrd="0" destOrd="0" presId="urn:microsoft.com/office/officeart/2005/8/layout/target3"/>
    <dgm:cxn modelId="{6348F8E6-059D-4829-AEFA-92DF53622E7E}" type="presOf" srcId="{002970C9-8FDC-4C70-9B48-BE21C16D4E47}" destId="{EC483ADF-5D39-40A8-AFFF-97B7DAA557E9}" srcOrd="0" destOrd="0" presId="urn:microsoft.com/office/officeart/2005/8/layout/target3"/>
    <dgm:cxn modelId="{5E8244FB-BAC5-451C-8C50-0D34D720B99B}" type="presOf" srcId="{22FDA553-94A5-4810-B80B-579FB9897B2D}" destId="{743AD4AD-5038-482E-8ADC-A2D3894906D2}" srcOrd="1" destOrd="0" presId="urn:microsoft.com/office/officeart/2005/8/layout/target3"/>
    <dgm:cxn modelId="{A7223AAE-37A7-4D1F-A2C5-EC46BC99563A}" type="presParOf" srcId="{EC483ADF-5D39-40A8-AFFF-97B7DAA557E9}" destId="{FD1B8649-361A-4E7D-A420-52CCC67783EA}" srcOrd="0" destOrd="0" presId="urn:microsoft.com/office/officeart/2005/8/layout/target3"/>
    <dgm:cxn modelId="{69768344-A2D4-4B63-8CB1-C41441FEBE73}" type="presParOf" srcId="{EC483ADF-5D39-40A8-AFFF-97B7DAA557E9}" destId="{2663E553-D686-4643-BAC5-ADCA8ED35928}" srcOrd="1" destOrd="0" presId="urn:microsoft.com/office/officeart/2005/8/layout/target3"/>
    <dgm:cxn modelId="{124348FA-7E6B-4070-974B-A24760622A6D}" type="presParOf" srcId="{EC483ADF-5D39-40A8-AFFF-97B7DAA557E9}" destId="{7C3CBEF8-32C5-499E-8D78-EC8C80ADDF1D}" srcOrd="2" destOrd="0" presId="urn:microsoft.com/office/officeart/2005/8/layout/target3"/>
    <dgm:cxn modelId="{56E0B535-1C9E-41E1-8948-2E80E6AC7927}" type="presParOf" srcId="{EC483ADF-5D39-40A8-AFFF-97B7DAA557E9}" destId="{743AD4AD-5038-482E-8ADC-A2D3894906D2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B8649-361A-4E7D-A420-52CCC67783EA}">
      <dsp:nvSpPr>
        <dsp:cNvPr id="0" name=""/>
        <dsp:cNvSpPr/>
      </dsp:nvSpPr>
      <dsp:spPr>
        <a:xfrm>
          <a:off x="-10862" y="0"/>
          <a:ext cx="619185" cy="57573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CBEF8-32C5-499E-8D78-EC8C80ADDF1D}">
      <dsp:nvSpPr>
        <dsp:cNvPr id="0" name=""/>
        <dsp:cNvSpPr/>
      </dsp:nvSpPr>
      <dsp:spPr>
        <a:xfrm>
          <a:off x="257315" y="0"/>
          <a:ext cx="2466620" cy="5757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" panose="020B0004020202020204" pitchFamily="34" charset="0"/>
            </a:rPr>
            <a:t>Poultry Farm Performance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" panose="020B0004020202020204" pitchFamily="34" charset="0"/>
            </a:rPr>
            <a:t>Dashboard </a:t>
          </a:r>
        </a:p>
      </dsp:txBody>
      <dsp:txXfrm>
        <a:off x="257315" y="0"/>
        <a:ext cx="2466620" cy="575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96347-DE48-473B-BE8F-F016FFFD21F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B49C1-265B-4B8D-89F3-415FD5DE6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6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B49C1-265B-4B8D-89F3-415FD5DE6D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0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5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5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3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5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5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5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8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7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11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99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17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2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25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5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5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290D24-25E8-4B46-8BE3-C0645DE3598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919FAB-88A1-4712-B488-FD23EC654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5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E413-1F91-F552-B391-9FFE2725E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316090"/>
            <a:ext cx="8574622" cy="29576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POULTRY FARM PERFORMANCE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AB5A4-85AF-EB51-D208-1514E6225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4667" y="3121379"/>
            <a:ext cx="7777689" cy="49671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Flock Health, Production Performance &amp; Feed Efficiency (Jan-Jul 2025)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E030120-B7D7-1BE3-05AE-BB7A8C0695A4}"/>
              </a:ext>
            </a:extLst>
          </p:cNvPr>
          <p:cNvSpPr txBox="1">
            <a:spLocks/>
          </p:cNvSpPr>
          <p:nvPr/>
        </p:nvSpPr>
        <p:spPr>
          <a:xfrm>
            <a:off x="4069645" y="3618090"/>
            <a:ext cx="7777689" cy="1275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latin typeface="Aptos" panose="020B0004020202020204" pitchFamily="34" charset="0"/>
              </a:rPr>
              <a:t>Dare S. Olopade</a:t>
            </a:r>
          </a:p>
          <a:p>
            <a:r>
              <a:rPr lang="en-US" sz="1600" i="1" dirty="0">
                <a:latin typeface="Aptos" panose="020B0004020202020204" pitchFamily="34" charset="0"/>
              </a:rPr>
              <a:t>Data Analyst</a:t>
            </a:r>
          </a:p>
          <a:p>
            <a:r>
              <a:rPr lang="en-US" sz="1600" i="1" dirty="0">
                <a:latin typeface="Aptos" panose="020B0004020202020204" pitchFamily="34" charset="0"/>
              </a:rPr>
              <a:t>Tools Used: Excel | DAX | Power BI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1A4F131-861B-1144-58D1-C3F4D53D29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92666"/>
              </p:ext>
            </p:extLst>
          </p:nvPr>
        </p:nvGraphicFramePr>
        <p:xfrm>
          <a:off x="9460090" y="6276621"/>
          <a:ext cx="2754488" cy="575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0EEFDF5-C27C-2216-198A-F4A7CEFDEC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310" y="6358467"/>
            <a:ext cx="397755" cy="36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7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9842-19B2-040A-7FE7-A01097BB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Business Context &amp; Analytical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8C28A-08CD-AEF5-03F4-4389161E4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6089" y="1574801"/>
            <a:ext cx="5029379" cy="42051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Key Business Questions</a:t>
            </a:r>
          </a:p>
          <a:p>
            <a:r>
              <a:rPr lang="en-US" dirty="0">
                <a:latin typeface="Aptos" panose="020B0004020202020204" pitchFamily="34" charset="0"/>
              </a:rPr>
              <a:t>How is egg production performing across age and pens?</a:t>
            </a:r>
          </a:p>
          <a:p>
            <a:r>
              <a:rPr lang="en-US" dirty="0">
                <a:latin typeface="Aptos" panose="020B0004020202020204" pitchFamily="34" charset="0"/>
              </a:rPr>
              <a:t>Where are productivity gaps and peak performance points?</a:t>
            </a:r>
          </a:p>
          <a:p>
            <a:r>
              <a:rPr lang="en-US" dirty="0">
                <a:latin typeface="Aptos" panose="020B0004020202020204" pitchFamily="34" charset="0"/>
              </a:rPr>
              <a:t>How efficiently is feed being converted into eggs?</a:t>
            </a:r>
          </a:p>
          <a:p>
            <a:r>
              <a:rPr lang="en-US" dirty="0">
                <a:latin typeface="Aptos" panose="020B0004020202020204" pitchFamily="34" charset="0"/>
              </a:rPr>
              <a:t>Are health interventions aligned with mortality patterns?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9C5206-8A77-770A-DAD8-A6E2A3760BD5}"/>
              </a:ext>
            </a:extLst>
          </p:cNvPr>
          <p:cNvSpPr txBox="1">
            <a:spLocks/>
          </p:cNvSpPr>
          <p:nvPr/>
        </p:nvSpPr>
        <p:spPr>
          <a:xfrm>
            <a:off x="1636710" y="1574801"/>
            <a:ext cx="5029379" cy="5317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>
                <a:latin typeface="Aptos" panose="020B0004020202020204" pitchFamily="34" charset="0"/>
              </a:rPr>
              <a:t>Business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Commercial poultry operation managing multiple pens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Daily operational data captured across production, feed, mortality and medication.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Management requires visibility into performance, efficiency and health risks.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Analysis supports operational decision-making, not academic reporting.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45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B1A3-6BA1-8BD8-650C-B9ABFBCA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3C9D-7AB7-0549-2651-2B83CEEEE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Data Overview and Modelling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6462-8F5D-1260-40A7-884F6ACB5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6089" y="1574800"/>
            <a:ext cx="5029379" cy="5317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Modeling &amp; Analytical Approach</a:t>
            </a:r>
          </a:p>
          <a:p>
            <a:r>
              <a:rPr lang="en-US" dirty="0">
                <a:latin typeface="Aptos" panose="020B0004020202020204" pitchFamily="34" charset="0"/>
              </a:rPr>
              <a:t>Pen-level data consolidated into a single fact table.</a:t>
            </a:r>
          </a:p>
          <a:p>
            <a:r>
              <a:rPr lang="en-US" dirty="0">
                <a:latin typeface="Aptos" panose="020B0004020202020204" pitchFamily="34" charset="0"/>
              </a:rPr>
              <a:t>Star schema design used for scalable analysis.</a:t>
            </a:r>
          </a:p>
          <a:p>
            <a:r>
              <a:rPr lang="en-US" dirty="0">
                <a:latin typeface="Aptos" panose="020B0004020202020204" pitchFamily="34" charset="0"/>
              </a:rPr>
              <a:t>Dimensions created for Date, Pen, and Medication.</a:t>
            </a:r>
          </a:p>
          <a:p>
            <a:r>
              <a:rPr lang="en-US" dirty="0">
                <a:latin typeface="Aptos" panose="020B0004020202020204" pitchFamily="34" charset="0"/>
              </a:rPr>
              <a:t>Metrics calculated using consistent, population-aware logic.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B0BD5F-F3F0-8DDD-A920-46881DA7E87D}"/>
              </a:ext>
            </a:extLst>
          </p:cNvPr>
          <p:cNvSpPr txBox="1">
            <a:spLocks/>
          </p:cNvSpPr>
          <p:nvPr/>
        </p:nvSpPr>
        <p:spPr>
          <a:xfrm>
            <a:off x="1636710" y="1574801"/>
            <a:ext cx="5029379" cy="5317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latin typeface="Aptos" panose="020B0004020202020204" pitchFamily="34" charset="0"/>
              </a:rPr>
              <a:t>Data Overview</a:t>
            </a:r>
          </a:p>
          <a:p>
            <a:r>
              <a:rPr lang="en-US" dirty="0">
                <a:latin typeface="Aptos" panose="020B0004020202020204" pitchFamily="34" charset="0"/>
              </a:rPr>
              <a:t>Daily farm operational records captured across multiple pens.</a:t>
            </a:r>
          </a:p>
          <a:p>
            <a:r>
              <a:rPr lang="en-US" dirty="0">
                <a:latin typeface="Aptos" panose="020B0004020202020204" pitchFamily="34" charset="0"/>
              </a:rPr>
              <a:t>Core data fields include population, feed, egg production, mortality and medication.</a:t>
            </a:r>
          </a:p>
          <a:p>
            <a:r>
              <a:rPr lang="en-US" dirty="0">
                <a:latin typeface="Aptos" panose="020B0004020202020204" pitchFamily="34" charset="0"/>
              </a:rPr>
              <a:t>Time span covers flock growth and early laying phases.</a:t>
            </a:r>
          </a:p>
          <a:p>
            <a:r>
              <a:rPr lang="en-US" dirty="0">
                <a:latin typeface="Aptos" panose="020B0004020202020204" pitchFamily="34" charset="0"/>
              </a:rPr>
              <a:t>Data cleaned, standardized and validated for consistency.</a:t>
            </a:r>
          </a:p>
        </p:txBody>
      </p:sp>
    </p:spTree>
    <p:extLst>
      <p:ext uri="{BB962C8B-B14F-4D97-AF65-F5344CB8AC3E}">
        <p14:creationId xmlns:p14="http://schemas.microsoft.com/office/powerpoint/2010/main" val="379992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29530-D478-C931-D237-4CD261B8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1DAD-DE3D-41FC-64A8-CD513CCF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Executive Overview – Farm Performance Snapshot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EA3EF-46F1-B783-7FB4-3234709CE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666" y="1253067"/>
            <a:ext cx="1828800" cy="1505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494A1-9A28-4070-4713-BB47ED62F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758543"/>
            <a:ext cx="1828800" cy="15721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F645915-C3BE-8B49-A643-7880C144C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75" y="1253067"/>
            <a:ext cx="1828800" cy="14972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D4E897-4D3D-79AB-2F3D-48D1979DD1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75" y="4330670"/>
            <a:ext cx="1828800" cy="154664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C992CC-B85F-E326-54A2-A83FB0C910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666" y="4330670"/>
            <a:ext cx="1828800" cy="146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7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80DE-639F-D9A5-A8C3-37940268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1144-0CFC-9621-E7C9-89A826B9D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Executive Overview – Farm Performance Snapshot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868EA0-E51F-F79B-6F3D-98F13E6B5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806" y="1701798"/>
            <a:ext cx="7785971" cy="355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F6BB-31A7-070E-7E9D-FA79BA18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4BD0-1370-3752-CDF8-ED395097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Flock Health &amp; Mortality Insight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FB4A9-9ED9-F70F-E6FC-E6501D94C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770" y="1419424"/>
            <a:ext cx="1828800" cy="1524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FF7E26-5DFC-1A0A-A5F8-5BC3E3410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506" y="1419423"/>
            <a:ext cx="1828800" cy="1546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8D73C6-FC55-67B9-D6E7-65982DEE8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38" y="1419424"/>
            <a:ext cx="1828800" cy="1524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C5D65E-CCD6-6B52-8121-6D87E134A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826" y="3559750"/>
            <a:ext cx="4715284" cy="21662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26403C-8162-F5FC-4ED8-36A31C09DE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05" y="3559750"/>
            <a:ext cx="4888152" cy="21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5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6F39-1487-8B64-DBBD-0B98AD8D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8495-24D2-57A5-233E-39DADB50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Production Performance Insight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4E83A-9CAB-7501-C6F5-DBA685BED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263" y="4916478"/>
            <a:ext cx="1828800" cy="1534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E9FB3-C477-27A1-0172-638751E9C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282" y="3087758"/>
            <a:ext cx="1828800" cy="1534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61CEFB-97F4-B302-D45B-97ED46885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283" y="1370519"/>
            <a:ext cx="1828800" cy="14972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A7ABF5-69C2-0A14-96FC-1FCDBB6C2F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35" y="2344446"/>
            <a:ext cx="6319758" cy="282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67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E3FE-13A2-1F08-CF79-2A7B2D35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5DEB-DA55-7BE7-E42F-A87AF9BE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Production Performance Insight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4464C3-6D1C-0C61-CF4F-2632FA4A3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592" y="1349022"/>
            <a:ext cx="5435151" cy="22521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DA60C1-5B2C-93E4-E790-C5865AD36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455" y="3903826"/>
            <a:ext cx="6129704" cy="280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0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8F4F-5317-26D0-9F78-B7D6C913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7A33-535D-B9DF-1DD0-36E9405F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Feed &amp; Efficiency Insight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D2F09-1B8B-F92A-3D13-DA10ED6CA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88" y="1510081"/>
            <a:ext cx="1828800" cy="1470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0ECC7A-CC15-6CE7-F5A0-2E860F903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987" y="1483012"/>
            <a:ext cx="1828800" cy="1498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0E1503-061F-ECC7-AB05-2DE625AB1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88" y="3957785"/>
            <a:ext cx="1920240" cy="1728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8521C8-30E9-33BB-C6B2-DE96AAB982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987" y="3957785"/>
            <a:ext cx="1828800" cy="172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12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D15C-E3E6-C6E4-A030-70E30705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16B5-1968-72F3-A323-52CED385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1" cy="56726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Feed &amp; Efficiency Insight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6D103E-04DC-B1D2-FDA3-C4AF4700A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12" y="1480682"/>
            <a:ext cx="3981740" cy="18156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EF407B-8BB2-87C1-65BB-04D211989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75" y="1480682"/>
            <a:ext cx="4909989" cy="18156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1C12B0-87C7-F0F9-15C3-8964DFA06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343" y="3679370"/>
            <a:ext cx="5917701" cy="271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3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F150-243C-93E6-6235-C4EE509C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F907-3CD5-FC3D-B86E-275941DF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1" cy="56444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Key Insights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73D592-5655-A708-E174-983D27D22354}"/>
              </a:ext>
            </a:extLst>
          </p:cNvPr>
          <p:cNvSpPr txBox="1">
            <a:spLocks/>
          </p:cNvSpPr>
          <p:nvPr/>
        </p:nvSpPr>
        <p:spPr>
          <a:xfrm>
            <a:off x="1636710" y="564446"/>
            <a:ext cx="9573157" cy="5926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Overall production is moderate but declining over time, with an average production rate of 65.8% and a noticeable drop in egg output after peak age.</a:t>
            </a:r>
          </a:p>
          <a:p>
            <a:r>
              <a:rPr lang="en-US" dirty="0">
                <a:latin typeface="Aptos" panose="020B0004020202020204" pitchFamily="34" charset="0"/>
              </a:rPr>
              <a:t>Production performance varies significantly across pens, with some pens maintaining strong output while others show sharp underperformance.</a:t>
            </a:r>
          </a:p>
          <a:p>
            <a:r>
              <a:rPr lang="en-US" dirty="0">
                <a:latin typeface="Aptos" panose="020B0004020202020204" pitchFamily="34" charset="0"/>
              </a:rPr>
              <a:t>Feed efficiency is inconsistent, as higher feed consumption does not always translate into proportionate egg production across periods.</a:t>
            </a:r>
          </a:p>
          <a:p>
            <a:r>
              <a:rPr lang="en-US" dirty="0">
                <a:latin typeface="Aptos" panose="020B0004020202020204" pitchFamily="34" charset="0"/>
              </a:rPr>
              <a:t>Mortality is non-trivial and uneven across pens, with a cumulative mortality rate of 14.7%, indicating health or management gaps.</a:t>
            </a:r>
          </a:p>
          <a:p>
            <a:r>
              <a:rPr lang="en-US" dirty="0">
                <a:latin typeface="Aptos" panose="020B0004020202020204" pitchFamily="34" charset="0"/>
              </a:rPr>
              <a:t>Peak production occurs within a narrow age window, after which productivity declines rapidly, impacting overall farm output.</a:t>
            </a:r>
          </a:p>
          <a:p>
            <a:r>
              <a:rPr lang="en-US" dirty="0">
                <a:latin typeface="Aptos" panose="020B0004020202020204" pitchFamily="34" charset="0"/>
              </a:rPr>
              <a:t>Medication usage is concentrated in specific months and pens, suggesting reactive rather than preventive health management.</a:t>
            </a:r>
          </a:p>
        </p:txBody>
      </p:sp>
    </p:spTree>
    <p:extLst>
      <p:ext uri="{BB962C8B-B14F-4D97-AF65-F5344CB8AC3E}">
        <p14:creationId xmlns:p14="http://schemas.microsoft.com/office/powerpoint/2010/main" val="2156531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A48A-4686-0801-85B4-F03AA27A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5A9F-27F5-5E01-EEA9-8B086897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1" cy="56444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A5DA23-13F9-3662-A7D1-F7FA8267E30E}"/>
              </a:ext>
            </a:extLst>
          </p:cNvPr>
          <p:cNvSpPr txBox="1">
            <a:spLocks/>
          </p:cNvSpPr>
          <p:nvPr/>
        </p:nvSpPr>
        <p:spPr>
          <a:xfrm>
            <a:off x="1636710" y="564446"/>
            <a:ext cx="9573157" cy="5926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>
                <a:latin typeface="Aptos" panose="020B0004020202020204" pitchFamily="34" charset="0"/>
              </a:rPr>
              <a:t>Standardize Best-Performing Pen Practices: </a:t>
            </a:r>
            <a:r>
              <a:rPr lang="en-US" sz="2100" dirty="0">
                <a:latin typeface="Aptos" panose="020B0004020202020204" pitchFamily="34" charset="0"/>
              </a:rPr>
              <a:t>Investigate high-performing pens and replicate their feeding, housing, and management conditions across underperforming pens.</a:t>
            </a:r>
          </a:p>
          <a:p>
            <a:r>
              <a:rPr lang="en-US" sz="2100" b="1" dirty="0">
                <a:latin typeface="Aptos" panose="020B0004020202020204" pitchFamily="34" charset="0"/>
              </a:rPr>
              <a:t>Optimize Feed Strategies around Peak Production Age: </a:t>
            </a:r>
            <a:r>
              <a:rPr lang="en-US" sz="2100" dirty="0">
                <a:latin typeface="Aptos" panose="020B0004020202020204" pitchFamily="34" charset="0"/>
              </a:rPr>
              <a:t>Align feed quantity and quality with peak laying periods to maximize return on feed investment.</a:t>
            </a:r>
          </a:p>
          <a:p>
            <a:r>
              <a:rPr lang="en-US" sz="2100" b="1" dirty="0">
                <a:latin typeface="Aptos" panose="020B0004020202020204" pitchFamily="34" charset="0"/>
              </a:rPr>
              <a:t>Introduce Early-warning Mortality Thresholds: </a:t>
            </a:r>
            <a:r>
              <a:rPr lang="en-US" sz="2100" dirty="0">
                <a:latin typeface="Aptos" panose="020B0004020202020204" pitchFamily="34" charset="0"/>
              </a:rPr>
              <a:t>Monitor pens approaching abnormal mortality levels and intervene earlier with preventive health measures.</a:t>
            </a:r>
          </a:p>
          <a:p>
            <a:r>
              <a:rPr lang="en-US" sz="2100" b="1" dirty="0">
                <a:latin typeface="Aptos" panose="020B0004020202020204" pitchFamily="34" charset="0"/>
              </a:rPr>
              <a:t>Review Feed-to-egg Conversion Drivers: </a:t>
            </a:r>
            <a:r>
              <a:rPr lang="en-US" sz="2100" dirty="0">
                <a:latin typeface="Aptos" panose="020B0004020202020204" pitchFamily="34" charset="0"/>
              </a:rPr>
              <a:t>Identify periods where feed intake increases without corresponding egg output and adjust rations accordingly.</a:t>
            </a:r>
          </a:p>
          <a:p>
            <a:r>
              <a:rPr lang="en-US" sz="2100" b="1" dirty="0">
                <a:latin typeface="Aptos" panose="020B0004020202020204" pitchFamily="34" charset="0"/>
              </a:rPr>
              <a:t>Shift from Reactive to Preventive Flock Health Management: </a:t>
            </a:r>
            <a:r>
              <a:rPr lang="en-US" sz="2100" dirty="0">
                <a:latin typeface="Aptos" panose="020B0004020202020204" pitchFamily="34" charset="0"/>
              </a:rPr>
              <a:t>Use mortality and medication patterns to design proactive vaccination and biosecurity schedules.</a:t>
            </a:r>
          </a:p>
          <a:p>
            <a:r>
              <a:rPr lang="en-US" sz="2100" b="1" dirty="0">
                <a:latin typeface="Aptos" panose="020B0004020202020204" pitchFamily="34" charset="0"/>
              </a:rPr>
              <a:t>Optimize Flock Replacement Timing Post-peak Production: </a:t>
            </a:r>
            <a:r>
              <a:rPr lang="en-US" sz="2100" dirty="0">
                <a:latin typeface="Aptos" panose="020B0004020202020204" pitchFamily="34" charset="0"/>
              </a:rPr>
              <a:t>Mitigate productivity decline by optimizing flock lifecycle decisions.</a:t>
            </a:r>
          </a:p>
        </p:txBody>
      </p:sp>
    </p:spTree>
    <p:extLst>
      <p:ext uri="{BB962C8B-B14F-4D97-AF65-F5344CB8AC3E}">
        <p14:creationId xmlns:p14="http://schemas.microsoft.com/office/powerpoint/2010/main" val="124184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9DA8-A249-6808-FEEA-176F1B5F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86012-AF8E-3597-C5C3-45B3CE1D4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72444"/>
            <a:ext cx="10018711" cy="57573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Executive Takeaway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2A5E09-A638-8AE1-7493-27427077E20B}"/>
              </a:ext>
            </a:extLst>
          </p:cNvPr>
          <p:cNvSpPr txBox="1">
            <a:spLocks/>
          </p:cNvSpPr>
          <p:nvPr/>
        </p:nvSpPr>
        <p:spPr>
          <a:xfrm>
            <a:off x="1636710" y="1569156"/>
            <a:ext cx="9573157" cy="49219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Farm performance is being constrained less by scale and more by execution consistency across pens.</a:t>
            </a:r>
          </a:p>
          <a:p>
            <a:r>
              <a:rPr lang="en-US" dirty="0">
                <a:latin typeface="Aptos" panose="020B0004020202020204" pitchFamily="34" charset="0"/>
              </a:rPr>
              <a:t>The economic peak of the flock is short, and value erosion begins quickly once that window passes.</a:t>
            </a:r>
          </a:p>
          <a:p>
            <a:r>
              <a:rPr lang="en-US" dirty="0">
                <a:latin typeface="Aptos" panose="020B0004020202020204" pitchFamily="34" charset="0"/>
              </a:rPr>
              <a:t>Feed spend is increasingly exposed to diminishing returns as birds age and output declines.</a:t>
            </a:r>
          </a:p>
          <a:p>
            <a:r>
              <a:rPr lang="en-US" dirty="0">
                <a:latin typeface="Aptos" panose="020B0004020202020204" pitchFamily="34" charset="0"/>
              </a:rPr>
              <a:t>Health outcomes suggest interventions are occurring late, increasing avoidable losses.</a:t>
            </a:r>
          </a:p>
          <a:p>
            <a:r>
              <a:rPr lang="en-US" dirty="0">
                <a:latin typeface="Aptos" panose="020B0004020202020204" pitchFamily="34" charset="0"/>
              </a:rPr>
              <a:t>The biggest opportunity lies in earlier decisions and standardization, not additional inputs.</a:t>
            </a:r>
          </a:p>
        </p:txBody>
      </p:sp>
    </p:spTree>
    <p:extLst>
      <p:ext uri="{BB962C8B-B14F-4D97-AF65-F5344CB8AC3E}">
        <p14:creationId xmlns:p14="http://schemas.microsoft.com/office/powerpoint/2010/main" val="3370384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B9D6-B8BD-708D-5D3A-191341EC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D31A-F2FA-5301-B33B-FD3E3DCE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72444"/>
            <a:ext cx="10018711" cy="57573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Business Impact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81D08B-2C1A-75D9-47F0-70BF8716E9C1}"/>
              </a:ext>
            </a:extLst>
          </p:cNvPr>
          <p:cNvSpPr txBox="1">
            <a:spLocks/>
          </p:cNvSpPr>
          <p:nvPr/>
        </p:nvSpPr>
        <p:spPr>
          <a:xfrm>
            <a:off x="1636710" y="1569156"/>
            <a:ext cx="9573157" cy="49219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ptos" panose="020B0004020202020204" pitchFamily="34" charset="0"/>
              </a:rPr>
              <a:t>Production losses are driven more by timing and inconsistency than by farm scale, limiting overall return from the flock.</a:t>
            </a:r>
          </a:p>
          <a:p>
            <a:r>
              <a:rPr lang="en-US" sz="2800" dirty="0">
                <a:latin typeface="Aptos" panose="020B0004020202020204" pitchFamily="34" charset="0"/>
              </a:rPr>
              <a:t>Feed efficiency risk increases sharply post-peak, exposing margins if flock decisions lag performance decline.</a:t>
            </a:r>
          </a:p>
          <a:p>
            <a:r>
              <a:rPr lang="en-US" sz="2800" dirty="0">
                <a:latin typeface="Aptos" panose="020B0004020202020204" pitchFamily="34" charset="0"/>
              </a:rPr>
              <a:t>Uneven pen performance represents unrealized value, not unavoidable biological limits.</a:t>
            </a:r>
          </a:p>
          <a:p>
            <a:r>
              <a:rPr lang="en-US" sz="2800" dirty="0">
                <a:latin typeface="Aptos" panose="020B0004020202020204" pitchFamily="34" charset="0"/>
              </a:rPr>
              <a:t>Delayed health interventions amplify mortality and productivity loss, increasing avoidable cost.</a:t>
            </a:r>
          </a:p>
        </p:txBody>
      </p:sp>
    </p:spTree>
    <p:extLst>
      <p:ext uri="{BB962C8B-B14F-4D97-AF65-F5344CB8AC3E}">
        <p14:creationId xmlns:p14="http://schemas.microsoft.com/office/powerpoint/2010/main" val="472923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FC96-1BC0-B9DC-5792-A2987806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376333"/>
          </a:xfrm>
        </p:spPr>
        <p:txBody>
          <a:bodyPr>
            <a:noAutofit/>
          </a:bodyPr>
          <a:lstStyle/>
          <a:p>
            <a:r>
              <a:rPr lang="en-US" sz="9600" b="1" dirty="0">
                <a:latin typeface="Aptos" panose="020B0004020202020204" pitchFamily="34" charset="0"/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4059843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FFFFFF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1032</TotalTime>
  <Words>644</Words>
  <Application>Microsoft Office PowerPoint</Application>
  <PresentationFormat>Widescreen</PresentationFormat>
  <Paragraphs>63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Corbel</vt:lpstr>
      <vt:lpstr>Parallax</vt:lpstr>
      <vt:lpstr>POULTRY FARM PERFORMANCE DASHBOARD ANALYSIS</vt:lpstr>
      <vt:lpstr>Business Context &amp; Analytical Focus</vt:lpstr>
      <vt:lpstr>Data Overview and Modelling Approach</vt:lpstr>
      <vt:lpstr>Executive Overview – Farm Performance Snapshot</vt:lpstr>
      <vt:lpstr>Executive Overview – Farm Performance Snapshot</vt:lpstr>
      <vt:lpstr>Flock Health &amp; Mortality Insight</vt:lpstr>
      <vt:lpstr>Production Performance Insight</vt:lpstr>
      <vt:lpstr>Production Performance Insight</vt:lpstr>
      <vt:lpstr>Feed &amp; Efficiency Insight</vt:lpstr>
      <vt:lpstr>Feed &amp; Efficiency Insight</vt:lpstr>
      <vt:lpstr>Key Insights</vt:lpstr>
      <vt:lpstr>Recommendations</vt:lpstr>
      <vt:lpstr>Executive Takeaway</vt:lpstr>
      <vt:lpstr>Business Impact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Olopade Dare</dc:creator>
  <cp:lastModifiedBy>Olopade Dare</cp:lastModifiedBy>
  <cp:revision>1</cp:revision>
  <dcterms:created xsi:type="dcterms:W3CDTF">2025-12-27T11:50:01Z</dcterms:created>
  <dcterms:modified xsi:type="dcterms:W3CDTF">2025-12-28T18:13:04Z</dcterms:modified>
</cp:coreProperties>
</file>